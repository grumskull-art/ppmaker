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.xml"/><Relationship Id="rId1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.xml"/><Relationship Id="rId1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1.xml"/><Relationship Id="rId17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0.xml"/><Relationship Id="rId10" Type="http://schemas.openxmlformats.org/officeDocument/2006/relationships/slide" Target="slide21.xml"/><Relationship Id="rId11" Type="http://schemas.openxmlformats.org/officeDocument/2006/relationships/slide" Target="slide1.xml"/><Relationship Id="rId12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1.xml"/><Relationship Id="rId1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24.xml"/><Relationship Id="rId14" Type="http://schemas.openxmlformats.org/officeDocument/2006/relationships/slide" Target="slide25.xml"/><Relationship Id="rId15" Type="http://schemas.openxmlformats.org/officeDocument/2006/relationships/slide" Target="slide26.xml"/><Relationship Id="rId16" Type="http://schemas.openxmlformats.org/officeDocument/2006/relationships/slide" Target="slide1.xml"/><Relationship Id="rId1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27.xml"/><Relationship Id="rId14" Type="http://schemas.openxmlformats.org/officeDocument/2006/relationships/slide" Target="slide28.xml"/><Relationship Id="rId15" Type="http://schemas.openxmlformats.org/officeDocument/2006/relationships/slide" Target="slide29.xml"/><Relationship Id="rId16" Type="http://schemas.openxmlformats.org/officeDocument/2006/relationships/slide" Target="slide1.xml"/><Relationship Id="rId1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.xml"/><Relationship Id="rId17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32.xml"/><Relationship Id="rId7" Type="http://schemas.openxmlformats.org/officeDocument/2006/relationships/slide" Target="slide1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33.xml"/><Relationship Id="rId10" Type="http://schemas.openxmlformats.org/officeDocument/2006/relationships/slide" Target="slide34.xml"/><Relationship Id="rId11" Type="http://schemas.openxmlformats.org/officeDocument/2006/relationships/slide" Target="slide1.xml"/><Relationship Id="rId1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35.xml"/><Relationship Id="rId8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4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Relationship Id="rId5" Type="http://schemas.openxmlformats.org/officeDocument/2006/relationships/slide" Target="slide3.xml"/><Relationship Id="rId6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8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9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0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21.xml"/><Relationship Id="rId7" Type="http://schemas.openxmlformats.org/officeDocument/2006/relationships/slide" Target="slide5.xml"/><Relationship Id="rId8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22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23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24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25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6.xml"/><Relationship Id="rId5" Type="http://schemas.openxmlformats.org/officeDocument/2006/relationships/slide" Target="slide7.xml"/><Relationship Id="rId6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notesSlide" Target="../notesSlides/notesSlide27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28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29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30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notesSlide" Target="../notesSlides/notesSlide31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32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33.xml"/><Relationship Id="rId7" Type="http://schemas.openxmlformats.org/officeDocument/2006/relationships/slide" Target="slide11.xml"/><Relationship Id="rId8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notesSlide" Target="../notesSlides/notesSlide34.xml"/><Relationship Id="rId5" Type="http://schemas.openxmlformats.org/officeDocument/2006/relationships/slide" Target="slide11.xml"/><Relationship Id="rId6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35.xml"/><Relationship Id="rId7" Type="http://schemas.openxmlformats.org/officeDocument/2006/relationships/slide" Target="slide12.xml"/><Relationship Id="rId8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6.xml"/><Relationship Id="rId6" Type="http://schemas.openxmlformats.org/officeDocument/2006/relationships/slide" Target="slide12.xml"/><Relationship Id="rId7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I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 txBox="1"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 txBox="1"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 txBox="1"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 txBox="1"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 txBox="1"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 txBox="1"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 txBox="1"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 txBox="1"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2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2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3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3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3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3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4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9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9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0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0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78" y="1444752"/>
            <a:ext cx="649643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09" y="1959559"/>
            <a:ext cx="631981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728" y="2474366"/>
            <a:ext cx="690543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58" y="2989173"/>
            <a:ext cx="741082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577" y="3503980"/>
            <a:ext cx="2562844" cy="441655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265" y="4018787"/>
            <a:ext cx="1269469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143" y="4533595"/>
            <a:ext cx="759712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1890" y="5048402"/>
            <a:ext cx="1038219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943" y="5563209"/>
            <a:ext cx="9321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6104" y="6078016"/>
            <a:ext cx="649791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3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3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4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4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4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4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5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5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14" y="1444752"/>
            <a:ext cx="717370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08" y="1959559"/>
            <a:ext cx="74878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84" y="2474366"/>
            <a:ext cx="641030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735" y="2989173"/>
            <a:ext cx="1030528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415" y="3503980"/>
            <a:ext cx="1021168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49" y="4018787"/>
            <a:ext cx="61270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0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0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35" y="1444752"/>
            <a:ext cx="895929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83" y="1959559"/>
            <a:ext cx="1000033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488" y="2474366"/>
            <a:ext cx="671023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625" y="2989173"/>
            <a:ext cx="114474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194" y="3503980"/>
            <a:ext cx="139961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698" y="4018787"/>
            <a:ext cx="1990603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162" y="4533595"/>
            <a:ext cx="699674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662" y="5048402"/>
            <a:ext cx="1506675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1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1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2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2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2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2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4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37" y="1444752"/>
            <a:ext cx="993724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21" y="1959559"/>
            <a:ext cx="1757156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18" y="2474366"/>
            <a:ext cx="635363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634" y="2989173"/>
            <a:ext cx="3260730" cy="441655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667" y="3503980"/>
            <a:ext cx="1244664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828" y="4018787"/>
            <a:ext cx="1006342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085" y="4533595"/>
            <a:ext cx="1097828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8333" y="5048402"/>
            <a:ext cx="965332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2279" y="5563209"/>
            <a:ext cx="1337441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7305" y="6078016"/>
            <a:ext cx="1507388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3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3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4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4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4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4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5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5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70" y="1444752"/>
            <a:ext cx="952458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55" y="1959559"/>
            <a:ext cx="1873688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78" y="2474366"/>
            <a:ext cx="921243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058" y="2989173"/>
            <a:ext cx="921882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529" y="3503980"/>
            <a:ext cx="113294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020" y="4018787"/>
            <a:ext cx="1229958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240" y="4533595"/>
            <a:ext cx="1091519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673" y="5048402"/>
            <a:ext cx="1012652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404" y="5563209"/>
            <a:ext cx="661191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928" y="6078016"/>
            <a:ext cx="982142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3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3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4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4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4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4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5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5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383" y="1444752"/>
            <a:ext cx="747232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838" y="1959559"/>
            <a:ext cx="1094323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5" y="2474366"/>
            <a:ext cx="1880189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348" y="2989173"/>
            <a:ext cx="809303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867" y="3503980"/>
            <a:ext cx="722264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491" y="4018787"/>
            <a:ext cx="1289016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90" y="4533595"/>
            <a:ext cx="667618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5502" y="5048402"/>
            <a:ext cx="650994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877" y="5563209"/>
            <a:ext cx="746244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9942" y="6078016"/>
            <a:ext cx="1222114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4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4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5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5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5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5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778" y="1444752"/>
            <a:ext cx="598442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841" y="1959559"/>
            <a:ext cx="618317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598" y="2474366"/>
            <a:ext cx="990803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6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09" y="1444752"/>
            <a:ext cx="1505181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1" y="1959559"/>
            <a:ext cx="1235137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30" y="2474366"/>
            <a:ext cx="115253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706" y="2989173"/>
            <a:ext cx="1000586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500" y="3503980"/>
            <a:ext cx="788998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64" y="4018787"/>
            <a:ext cx="929671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9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9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0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0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848" y="1444752"/>
            <a:ext cx="2174302" cy="441655"/>
          </a:xfrm>
          <a:prstGeom prst="rect">
            <a:avLst/>
          </a:prstGeom>
        </p:spPr>
      </p:pic>
      <p:pic>
        <p:nvPicPr>
          <p:cNvPr id="10" name="index-methods-1-table-f2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270" y="1959559"/>
            <a:ext cx="617459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055" y="2474366"/>
            <a:ext cx="1137888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013" y="2989173"/>
            <a:ext cx="81597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7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7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 –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15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 –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11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06" y="2304288"/>
            <a:ext cx="1254426" cy="603504"/>
          </a:xfrm>
          <a:prstGeom prst="rect">
            <a:avLst/>
          </a:prstGeom>
        </p:spPr>
      </p:pic>
      <p:sp>
        <p:nvSpPr>
          <p:cNvPr id="12" name="U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17" name="U02-formula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1" y="2304288"/>
            <a:ext cx="873677" cy="603504"/>
          </a:xfrm>
          <a:prstGeom prst="rect">
            <a:avLst/>
          </a:prstGeom>
        </p:spPr>
      </p:pic>
      <p:sp>
        <p:nvSpPr>
          <p:cNvPr id="18" name="U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23" name="U03-formula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67" y="5431536"/>
            <a:ext cx="1510504" cy="603504"/>
          </a:xfrm>
          <a:prstGeom prst="rect">
            <a:avLst/>
          </a:prstGeom>
        </p:spPr>
      </p:pic>
      <p:sp>
        <p:nvSpPr>
          <p:cNvPr id="24" name="U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29" name="U04-formula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579" y="5431536"/>
            <a:ext cx="911961" cy="603504"/>
          </a:xfrm>
          <a:prstGeom prst="rect">
            <a:avLst/>
          </a:prstGeom>
        </p:spPr>
      </p:pic>
      <p:sp>
        <p:nvSpPr>
          <p:cNvPr id="30" name="U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11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63" y="2304288"/>
            <a:ext cx="2051913" cy="603504"/>
          </a:xfrm>
          <a:prstGeom prst="rect">
            <a:avLst/>
          </a:prstGeom>
        </p:spPr>
      </p:pic>
      <p:sp>
        <p:nvSpPr>
          <p:cNvPr id="12" name="U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17" name="U06-formula" descr="U_1=U\frac{R_1}{R_1+R_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74" y="2304288"/>
            <a:ext cx="1596571" cy="603504"/>
          </a:xfrm>
          <a:prstGeom prst="rect">
            <a:avLst/>
          </a:prstGeom>
        </p:spPr>
      </p:pic>
      <p:sp>
        <p:nvSpPr>
          <p:cNvPr id="18" name="U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 –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11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63" y="2304288"/>
            <a:ext cx="887712" cy="603504"/>
          </a:xfrm>
          <a:prstGeom prst="rect">
            <a:avLst/>
          </a:prstGeom>
        </p:spPr>
      </p:pic>
      <p:sp>
        <p:nvSpPr>
          <p:cNvPr id="12" name="R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7" name="R02-formula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71" y="2304288"/>
            <a:ext cx="863577" cy="603504"/>
          </a:xfrm>
          <a:prstGeom prst="rect">
            <a:avLst/>
          </a:prstGeom>
        </p:spPr>
      </p:pic>
      <p:sp>
        <p:nvSpPr>
          <p:cNvPr id="18" name="R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23" name="R03-formula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119" y="5431536"/>
            <a:ext cx="943600" cy="603504"/>
          </a:xfrm>
          <a:prstGeom prst="rect">
            <a:avLst/>
          </a:prstGeom>
        </p:spPr>
      </p:pic>
      <p:sp>
        <p:nvSpPr>
          <p:cNvPr id="24" name="R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9" name="R04-formula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230" y="5431536"/>
            <a:ext cx="1012659" cy="603504"/>
          </a:xfrm>
          <a:prstGeom prst="rect">
            <a:avLst/>
          </a:prstGeom>
        </p:spPr>
      </p:pic>
      <p:sp>
        <p:nvSpPr>
          <p:cNvPr id="30" name="R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 –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11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08" y="2304288"/>
            <a:ext cx="3502023" cy="603504"/>
          </a:xfrm>
          <a:prstGeom prst="rect">
            <a:avLst/>
          </a:prstGeom>
        </p:spPr>
      </p:pic>
      <p:sp>
        <p:nvSpPr>
          <p:cNvPr id="12" name="R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7" name="R06-formula" descr="R_t=\frac{R_T}{1+\alpha_t(T-t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220" y="2304288"/>
            <a:ext cx="1734679" cy="603504"/>
          </a:xfrm>
          <a:prstGeom prst="rect">
            <a:avLst/>
          </a:prstGeom>
        </p:spPr>
      </p:pic>
      <p:sp>
        <p:nvSpPr>
          <p:cNvPr id="18" name="R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23" name="R07-formula" descr="R_s=\sum_{k=1}^{n}R_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861" y="5431536"/>
            <a:ext cx="1038116" cy="603504"/>
          </a:xfrm>
          <a:prstGeom prst="rect">
            <a:avLst/>
          </a:prstGeom>
        </p:spPr>
      </p:pic>
      <p:sp>
        <p:nvSpPr>
          <p:cNvPr id="24" name="R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217" y="5431536"/>
            <a:ext cx="1418684" cy="603504"/>
          </a:xfrm>
          <a:prstGeom prst="rect">
            <a:avLst/>
          </a:prstGeom>
        </p:spPr>
      </p:pic>
      <p:sp>
        <p:nvSpPr>
          <p:cNvPr id="30" name="R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 –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11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3" y="2304288"/>
            <a:ext cx="1273693" cy="603504"/>
          </a:xfrm>
          <a:prstGeom prst="rect">
            <a:avLst/>
          </a:prstGeom>
        </p:spPr>
      </p:pic>
      <p:sp>
        <p:nvSpPr>
          <p:cNvPr id="12" name="R09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7" name="R10-formula" descr="R=\frac{1}{G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03" y="2304288"/>
            <a:ext cx="887913" cy="603504"/>
          </a:xfrm>
          <a:prstGeom prst="rect">
            <a:avLst/>
          </a:prstGeom>
        </p:spPr>
      </p:pic>
      <p:sp>
        <p:nvSpPr>
          <p:cNvPr id="18" name="R10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23" name="G03-formula" descr="\rho=\frac{R S}{l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91" y="5431536"/>
            <a:ext cx="980257" cy="603504"/>
          </a:xfrm>
          <a:prstGeom prst="rect">
            <a:avLst/>
          </a:prstGeom>
        </p:spPr>
      </p:pic>
      <p:sp>
        <p:nvSpPr>
          <p:cNvPr id="24" name="G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9" name="G04-formula" descr="S=\rho\frac{l}{R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968" y="5431536"/>
            <a:ext cx="1023182" cy="603504"/>
          </a:xfrm>
          <a:prstGeom prst="rect">
            <a:avLst/>
          </a:prstGeom>
        </p:spPr>
      </p:pic>
      <p:sp>
        <p:nvSpPr>
          <p:cNvPr id="30" name="G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 –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11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8" y="2304288"/>
            <a:ext cx="875942" cy="603504"/>
          </a:xfrm>
          <a:prstGeom prst="rect">
            <a:avLst/>
          </a:prstGeom>
        </p:spPr>
      </p:pic>
      <p:sp>
        <p:nvSpPr>
          <p:cNvPr id="12" name="G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7" name="G06-formula" descr="\Delta T=\frac{R_T-R_t}{R_t\alpha_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304288"/>
            <a:ext cx="1408176" cy="603504"/>
          </a:xfrm>
          <a:prstGeom prst="rect">
            <a:avLst/>
          </a:prstGeom>
        </p:spPr>
      </p:pic>
      <p:sp>
        <p:nvSpPr>
          <p:cNvPr id="18" name="G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23" name="G01-formula" descr="G=\frac{1}{R}=\frac{I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227" y="5431536"/>
            <a:ext cx="1395384" cy="603504"/>
          </a:xfrm>
          <a:prstGeom prst="rect">
            <a:avLst/>
          </a:prstGeom>
        </p:spPr>
      </p:pic>
      <p:sp>
        <p:nvSpPr>
          <p:cNvPr id="24" name="G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9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44" y="5431536"/>
            <a:ext cx="837230" cy="603504"/>
          </a:xfrm>
          <a:prstGeom prst="rect">
            <a:avLst/>
          </a:prstGeom>
        </p:spPr>
      </p:pic>
      <p:sp>
        <p:nvSpPr>
          <p:cNvPr id="30" name="G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 –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11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94" y="2304288"/>
            <a:ext cx="1224250" cy="603504"/>
          </a:xfrm>
          <a:prstGeom prst="rect">
            <a:avLst/>
          </a:prstGeom>
        </p:spPr>
      </p:pic>
      <p:sp>
        <p:nvSpPr>
          <p:cNvPr id="12" name="P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7" name="P02-formula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7" y="2304288"/>
            <a:ext cx="1366505" cy="603504"/>
          </a:xfrm>
          <a:prstGeom prst="rect">
            <a:avLst/>
          </a:prstGeom>
        </p:spPr>
      </p:pic>
      <p:sp>
        <p:nvSpPr>
          <p:cNvPr id="18" name="P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23" name="P03-formula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7" y="5431536"/>
            <a:ext cx="916925" cy="603504"/>
          </a:xfrm>
          <a:prstGeom prst="rect">
            <a:avLst/>
          </a:prstGeom>
        </p:spPr>
      </p:pic>
      <p:sp>
        <p:nvSpPr>
          <p:cNvPr id="24" name="P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9" name="P04-formula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432" y="5431536"/>
            <a:ext cx="1564254" cy="603504"/>
          </a:xfrm>
          <a:prstGeom prst="rect">
            <a:avLst/>
          </a:prstGeom>
        </p:spPr>
      </p:pic>
      <p:sp>
        <p:nvSpPr>
          <p:cNvPr id="30" name="P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 –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11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63" y="2304288"/>
            <a:ext cx="1912512" cy="603504"/>
          </a:xfrm>
          <a:prstGeom prst="rect">
            <a:avLst/>
          </a:prstGeom>
        </p:spPr>
      </p:pic>
      <p:sp>
        <p:nvSpPr>
          <p:cNvPr id="12" name="P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7" name="P06-formula" descr="P_{\mathrm{tab}}=P_{\mathrm{ind}}-P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20" y="2304288"/>
            <a:ext cx="2720078" cy="603504"/>
          </a:xfrm>
          <a:prstGeom prst="rect">
            <a:avLst/>
          </a:prstGeom>
        </p:spPr>
      </p:pic>
      <p:sp>
        <p:nvSpPr>
          <p:cNvPr id="18" name="P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23" name="P07-formula" descr="\eta=\frac{P_{\mathrm{ud}}}{P_{\mathrm{ind}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881" y="5431536"/>
            <a:ext cx="956077" cy="603504"/>
          </a:xfrm>
          <a:prstGeom prst="rect">
            <a:avLst/>
          </a:prstGeom>
        </p:spPr>
      </p:pic>
      <p:sp>
        <p:nvSpPr>
          <p:cNvPr id="24" name="P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9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154" y="5431536"/>
            <a:ext cx="2058810" cy="603504"/>
          </a:xfrm>
          <a:prstGeom prst="rect">
            <a:avLst/>
          </a:prstGeom>
        </p:spPr>
      </p:pic>
      <p:sp>
        <p:nvSpPr>
          <p:cNvPr id="30" name="P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 –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11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78" y="2304288"/>
            <a:ext cx="1357884" cy="603504"/>
          </a:xfrm>
          <a:prstGeom prst="rect">
            <a:avLst/>
          </a:prstGeom>
        </p:spPr>
      </p:pic>
      <p:sp>
        <p:nvSpPr>
          <p:cNvPr id="12" name="W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7" name="W02-formula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8" y="2304288"/>
            <a:ext cx="2401083" cy="603504"/>
          </a:xfrm>
          <a:prstGeom prst="rect">
            <a:avLst/>
          </a:prstGeom>
        </p:spPr>
      </p:pic>
      <p:sp>
        <p:nvSpPr>
          <p:cNvPr id="18" name="W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23" name="W03-formula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20" y="5431536"/>
            <a:ext cx="868198" cy="603504"/>
          </a:xfrm>
          <a:prstGeom prst="rect">
            <a:avLst/>
          </a:prstGeom>
        </p:spPr>
      </p:pic>
      <p:sp>
        <p:nvSpPr>
          <p:cNvPr id="24" name="W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9" name="W05-formula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731" y="5431536"/>
            <a:ext cx="4455657" cy="603504"/>
          </a:xfrm>
          <a:prstGeom prst="rect">
            <a:avLst/>
          </a:prstGeom>
        </p:spPr>
      </p:pic>
      <p:sp>
        <p:nvSpPr>
          <p:cNvPr id="30" name="W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 –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11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2304288"/>
            <a:ext cx="1700784" cy="603504"/>
          </a:xfrm>
          <a:prstGeom prst="rect">
            <a:avLst/>
          </a:prstGeom>
        </p:spPr>
      </p:pic>
      <p:sp>
        <p:nvSpPr>
          <p:cNvPr id="12" name="M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7" name="M02-formula" descr="W=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96" y="2304288"/>
            <a:ext cx="1375126" cy="603504"/>
          </a:xfrm>
          <a:prstGeom prst="rect">
            <a:avLst/>
          </a:prstGeom>
        </p:spPr>
      </p:pic>
      <p:sp>
        <p:nvSpPr>
          <p:cNvPr id="18" name="M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23" name="M05-formula" descr="W=M\th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850" y="5431536"/>
            <a:ext cx="1500138" cy="603504"/>
          </a:xfrm>
          <a:prstGeom prst="rect">
            <a:avLst/>
          </a:prstGeom>
        </p:spPr>
      </p:pic>
      <p:sp>
        <p:nvSpPr>
          <p:cNvPr id="24" name="M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9" name="M03-formula" descr="M=F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016" y="5431536"/>
            <a:ext cx="1319087" cy="603504"/>
          </a:xfrm>
          <a:prstGeom prst="rect">
            <a:avLst/>
          </a:prstGeom>
        </p:spPr>
      </p:pic>
      <p:sp>
        <p:nvSpPr>
          <p:cNvPr id="30" name="M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 –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11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39" y="2304288"/>
            <a:ext cx="1827560" cy="603504"/>
          </a:xfrm>
          <a:prstGeom prst="rect">
            <a:avLst/>
          </a:prstGeom>
        </p:spPr>
      </p:pic>
      <p:sp>
        <p:nvSpPr>
          <p:cNvPr id="12" name="M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7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67" y="2304288"/>
            <a:ext cx="2059785" cy="603504"/>
          </a:xfrm>
          <a:prstGeom prst="rect">
            <a:avLst/>
          </a:prstGeom>
        </p:spPr>
      </p:pic>
      <p:sp>
        <p:nvSpPr>
          <p:cNvPr id="18" name="M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 –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1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72" y="2304288"/>
            <a:ext cx="1301496" cy="603504"/>
          </a:xfrm>
          <a:prstGeom prst="rect">
            <a:avLst/>
          </a:prstGeom>
        </p:spPr>
      </p:pic>
      <p:sp>
        <p:nvSpPr>
          <p:cNvPr id="12" name="F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17" name="F02-formula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2560320" cy="603504"/>
          </a:xfrm>
          <a:prstGeom prst="rect">
            <a:avLst/>
          </a:prstGeom>
        </p:spPr>
      </p:pic>
      <p:sp>
        <p:nvSpPr>
          <p:cNvPr id="18" name="F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3" name="F03-formula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498" y="5431536"/>
            <a:ext cx="1258842" cy="603504"/>
          </a:xfrm>
          <a:prstGeom prst="rect">
            <a:avLst/>
          </a:prstGeom>
        </p:spPr>
      </p:pic>
      <p:sp>
        <p:nvSpPr>
          <p:cNvPr id="24" name="F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29" name="F04-formula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02" y="5431536"/>
            <a:ext cx="1259715" cy="603504"/>
          </a:xfrm>
          <a:prstGeom prst="rect">
            <a:avLst/>
          </a:prstGeom>
        </p:spPr>
      </p:pic>
      <p:sp>
        <p:nvSpPr>
          <p:cNvPr id="30" name="F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 –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1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0" y="2304288"/>
            <a:ext cx="1548118" cy="603504"/>
          </a:xfrm>
          <a:prstGeom prst="rect">
            <a:avLst/>
          </a:prstGeom>
        </p:spPr>
      </p:pic>
      <p:sp>
        <p:nvSpPr>
          <p:cNvPr id="12" name="F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17" name="F06-formula" descr="\Psi=E_f A=\frac{Q}{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15" y="2304288"/>
            <a:ext cx="1680688" cy="603504"/>
          </a:xfrm>
          <a:prstGeom prst="rect">
            <a:avLst/>
          </a:prstGeom>
        </p:spPr>
      </p:pic>
      <p:sp>
        <p:nvSpPr>
          <p:cNvPr id="18" name="F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3" name="F07-formula" descr="\varepsilon=\varepsilon_0\varepsilon_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61" y="5431536"/>
            <a:ext cx="1491517" cy="603504"/>
          </a:xfrm>
          <a:prstGeom prst="rect">
            <a:avLst/>
          </a:prstGeom>
        </p:spPr>
      </p:pic>
      <p:sp>
        <p:nvSpPr>
          <p:cNvPr id="24" name="F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29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685" y="5431536"/>
            <a:ext cx="1383748" cy="603504"/>
          </a:xfrm>
          <a:prstGeom prst="rect">
            <a:avLst/>
          </a:prstGeom>
        </p:spPr>
      </p:pic>
      <p:sp>
        <p:nvSpPr>
          <p:cNvPr id="30" name="B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 –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1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174" y="2304288"/>
            <a:ext cx="903491" cy="603504"/>
          </a:xfrm>
          <a:prstGeom prst="rect">
            <a:avLst/>
          </a:prstGeom>
        </p:spPr>
      </p:pic>
      <p:sp>
        <p:nvSpPr>
          <p:cNvPr id="12" name="B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17" name="B03-formula" descr="B=\mu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31" y="2304288"/>
            <a:ext cx="1342057" cy="603504"/>
          </a:xfrm>
          <a:prstGeom prst="rect">
            <a:avLst/>
          </a:prstGeom>
        </p:spPr>
      </p:pic>
      <p:sp>
        <p:nvSpPr>
          <p:cNvPr id="18" name="B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3" name="B04-formula" descr="B=\frac{\mu I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8" y="5431536"/>
            <a:ext cx="1021063" cy="603504"/>
          </a:xfrm>
          <a:prstGeom prst="rect">
            <a:avLst/>
          </a:prstGeom>
        </p:spPr>
      </p:pic>
      <p:sp>
        <p:nvSpPr>
          <p:cNvPr id="24" name="B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885" y="5431536"/>
            <a:ext cx="1495348" cy="603504"/>
          </a:xfrm>
          <a:prstGeom prst="rect">
            <a:avLst/>
          </a:prstGeom>
        </p:spPr>
      </p:pic>
      <p:sp>
        <p:nvSpPr>
          <p:cNvPr id="30" name="B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 –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1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18" y="2304288"/>
            <a:ext cx="2569202" cy="603504"/>
          </a:xfrm>
          <a:prstGeom prst="rect">
            <a:avLst/>
          </a:prstGeom>
        </p:spPr>
      </p:pic>
      <p:sp>
        <p:nvSpPr>
          <p:cNvPr id="12" name="B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17" name="B07-formula" descr="R_m=\frac{l}{\mu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19" y="2304288"/>
            <a:ext cx="1105880" cy="603504"/>
          </a:xfrm>
          <a:prstGeom prst="rect">
            <a:avLst/>
          </a:prstGeom>
        </p:spPr>
      </p:pic>
      <p:sp>
        <p:nvSpPr>
          <p:cNvPr id="18" name="B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3" name="B08-formula" descr="\Phi=\frac{NI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447" y="5431536"/>
            <a:ext cx="986945" cy="603504"/>
          </a:xfrm>
          <a:prstGeom prst="rect">
            <a:avLst/>
          </a:prstGeom>
        </p:spPr>
      </p:pic>
      <p:sp>
        <p:nvSpPr>
          <p:cNvPr id="24" name="B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9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29" name="B09-formula" descr="\mu=\mu_0\mu_r=\frac{B}{H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65" y="5431536"/>
            <a:ext cx="1761389" cy="603504"/>
          </a:xfrm>
          <a:prstGeom prst="rect">
            <a:avLst/>
          </a:prstGeom>
        </p:spPr>
      </p:pic>
      <p:sp>
        <p:nvSpPr>
          <p:cNvPr id="30" name="B09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 –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1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83" y="2304288"/>
            <a:ext cx="912273" cy="603504"/>
          </a:xfrm>
          <a:prstGeom prst="rect">
            <a:avLst/>
          </a:prstGeom>
        </p:spPr>
      </p:pic>
      <p:sp>
        <p:nvSpPr>
          <p:cNvPr id="12" name="B1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17" name="B12-formula" descr="H=\frac{B}{\m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81" y="2304288"/>
            <a:ext cx="889557" cy="603504"/>
          </a:xfrm>
          <a:prstGeom prst="rect">
            <a:avLst/>
          </a:prstGeom>
        </p:spPr>
      </p:pic>
      <p:sp>
        <p:nvSpPr>
          <p:cNvPr id="18" name="B1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3" name="B13-formula" descr="\mu_r=\frac{\mu}{\mu_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3" y="5431536"/>
            <a:ext cx="1019713" cy="603504"/>
          </a:xfrm>
          <a:prstGeom prst="rect">
            <a:avLst/>
          </a:prstGeom>
        </p:spPr>
      </p:pic>
      <p:sp>
        <p:nvSpPr>
          <p:cNvPr id="24" name="B1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75" y="5431536"/>
            <a:ext cx="1669969" cy="603504"/>
          </a:xfrm>
          <a:prstGeom prst="rect">
            <a:avLst/>
          </a:prstGeom>
        </p:spPr>
      </p:pic>
      <p:sp>
        <p:nvSpPr>
          <p:cNvPr id="30" name="K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11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46" y="2304288"/>
            <a:ext cx="817747" cy="603504"/>
          </a:xfrm>
          <a:prstGeom prst="rect">
            <a:avLst/>
          </a:prstGeom>
        </p:spPr>
      </p:pic>
      <p:sp>
        <p:nvSpPr>
          <p:cNvPr id="12" name="K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7" name="K03-formula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07" y="2304288"/>
            <a:ext cx="844905" cy="603504"/>
          </a:xfrm>
          <a:prstGeom prst="rect">
            <a:avLst/>
          </a:prstGeom>
        </p:spPr>
      </p:pic>
      <p:sp>
        <p:nvSpPr>
          <p:cNvPr id="18" name="K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23" name="K04-formula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73" y="5431536"/>
            <a:ext cx="1353892" cy="603504"/>
          </a:xfrm>
          <a:prstGeom prst="rect">
            <a:avLst/>
          </a:prstGeom>
        </p:spPr>
      </p:pic>
      <p:sp>
        <p:nvSpPr>
          <p:cNvPr id="24" name="K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7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 –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1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5" y="2304288"/>
            <a:ext cx="2056769" cy="603504"/>
          </a:xfrm>
          <a:prstGeom prst="rect">
            <a:avLst/>
          </a:prstGeom>
        </p:spPr>
      </p:pic>
      <p:sp>
        <p:nvSpPr>
          <p:cNvPr id="12" name="E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17" name="E02-formula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677" y="2304288"/>
            <a:ext cx="1687765" cy="603504"/>
          </a:xfrm>
          <a:prstGeom prst="rect">
            <a:avLst/>
          </a:prstGeom>
        </p:spPr>
      </p:pic>
      <p:sp>
        <p:nvSpPr>
          <p:cNvPr id="18" name="E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3" name="E03-formula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71" y="5431536"/>
            <a:ext cx="1574897" cy="603504"/>
          </a:xfrm>
          <a:prstGeom prst="rect">
            <a:avLst/>
          </a:prstGeom>
        </p:spPr>
      </p:pic>
      <p:sp>
        <p:nvSpPr>
          <p:cNvPr id="24" name="E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29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929" y="5431536"/>
            <a:ext cx="1367260" cy="603504"/>
          </a:xfrm>
          <a:prstGeom prst="rect">
            <a:avLst/>
          </a:prstGeom>
        </p:spPr>
      </p:pic>
      <p:sp>
        <p:nvSpPr>
          <p:cNvPr id="30" name="E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 –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 –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1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13" y="2249424"/>
            <a:ext cx="3826412" cy="777240"/>
          </a:xfrm>
          <a:prstGeom prst="rect">
            <a:avLst/>
          </a:prstGeom>
        </p:spPr>
      </p:pic>
      <p:sp>
        <p:nvSpPr>
          <p:cNvPr id="12" name="N02-details"/>
          <p:cNvSpPr txBox="1"/>
          <p:nvPr/>
        </p:nvSpPr>
        <p:spPr>
          <a:xfrm>
            <a:off x="41148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7" name="U07-formula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246" y="2249424"/>
            <a:ext cx="1086626" cy="777240"/>
          </a:xfrm>
          <a:prstGeom prst="rect">
            <a:avLst/>
          </a:prstGeom>
        </p:spPr>
      </p:pic>
      <p:sp>
        <p:nvSpPr>
          <p:cNvPr id="18" name="U07-details"/>
          <p:cNvSpPr txBox="1"/>
          <p:nvPr/>
        </p:nvSpPr>
        <p:spPr>
          <a:xfrm>
            <a:off x="553212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23" name="N01-formula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80" y="5431536"/>
            <a:ext cx="1554879" cy="603504"/>
          </a:xfrm>
          <a:prstGeom prst="rect">
            <a:avLst/>
          </a:prstGeom>
        </p:spPr>
      </p:pic>
      <p:sp>
        <p:nvSpPr>
          <p:cNvPr id="24" name="N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9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63" y="5431536"/>
            <a:ext cx="1114993" cy="603504"/>
          </a:xfrm>
          <a:prstGeom prst="rect">
            <a:avLst/>
          </a:prstGeom>
        </p:spPr>
      </p:pic>
      <p:sp>
        <p:nvSpPr>
          <p:cNvPr id="30" name="N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45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