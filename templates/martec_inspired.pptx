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PowerPoint-app basisskabelon</dc:title>
  <dc:subject>Fast 16:9-skabelon til lokal undervisningspræsentation</dc:subject>
  <dc:creator>PowerPoint App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